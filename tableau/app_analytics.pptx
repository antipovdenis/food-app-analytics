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E1EFA55-CA52-4D06-9F64-E4528CC372B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app_analytics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74A4540-34B0-47C5-99B5-8633FFDE2BA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14.04.2026 19:37:13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2" name="slide2">
            <a:extLst>
              <a:ext uri="{FF2B5EF4-FFF2-40B4-BE49-F238E27FC236}">
                <a16:creationId xmlns:a16="http://schemas.microsoft.com/office/drawing/2014/main" id="{1BA11CC4-1C3A-42D1-AFD8-A32DF68DA6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2026-04-14T16:37:14Z</dcterms:created>
  <dcterms:modified xsi:type="dcterms:W3CDTF">2026-04-14T16:37:14Z</dcterms:modified>
</cp:coreProperties>
</file>